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Average Metrics (Out of 10)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7.2</c:v>
                </c:pt>
                <c:pt idx="2">
                  <c:v>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9.4</c:v>
                </c:pt>
                <c:pt idx="1">
                  <c:v>9.0</c:v>
                </c:pt>
                <c:pt idx="2">
                  <c:v>8.6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Metrics for CAR0001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Metrics for MSK0005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Metrics for RES0050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Metrics for GAS0003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0F0F5"/>
                </a:solidFill>
              </a:defRPr>
            </a:pPr>
            <a:r>
              <a:t>Metrics for DER0001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gemini-3.1-flash-lite</c:v>
                </c:pt>
              </c:strCache>
            </c:strRef>
          </c:tx>
          <c:spPr>
            <a:solidFill>
              <a:srgbClr val="4EC9F0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gemini-3.6-flash</c:v>
                </c:pt>
              </c:strCache>
            </c:strRef>
          </c:tx>
          <c:spPr>
            <a:solidFill>
              <a:srgbClr val="F09E4E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Predictive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0F0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404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>
              <a:solidFill>
                <a:srgbClr val="F0F0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0E3A0"/>
                </a:solidFill>
              </a:defRPr>
            </a:pPr>
            <a:r>
              <a:t>Overall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Average scores across all 5 clinical conversations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</a:defRPr>
            </a:pPr>
            <a:r>
              <a:t>Case Analysis: Cardiology — Chest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Performance metrics for Conversation CAR0001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</a:defRPr>
            </a:pPr>
            <a:r>
              <a:t>Case Analysis: Musculoskeletal — Elbow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Performance metrics for Conversation MSK0005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</a:defRPr>
            </a:pPr>
            <a:r>
              <a:t>Case Analysis: Respiratory — Chronic Cough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Performance metrics for Conversation RES0050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</a:defRPr>
            </a:pPr>
            <a:r>
              <a:t>Case Analysis: Gastroenterology — Abdominal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Performance metrics for Conversation GAS0003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</a:defRPr>
            </a:pPr>
            <a:r>
              <a:t>Case Analysis: Dermatology — Skin 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Performance metrics for Conversation DER0001 (Rated 1-10)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